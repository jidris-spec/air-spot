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12700">
            <a:solidFill>
              <a:srgbClr val="1836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6C8B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SPOT  /  MISSION READINESS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869680" y="6510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C8B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Weekend prototype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8B9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8B9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SPOT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is blocking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mission.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2971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who needs to act.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58368" y="3703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coordination and readiness for commercial drone teams.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4846320"/>
            <a:ext cx="2194560" cy="246888"/>
          </a:xfrm>
          <a:prstGeom prst="roundRect">
            <a:avLst>
              <a:gd name="adj" fmla="val 44444"/>
            </a:avLst>
          </a:prstGeom>
          <a:solidFill>
            <a:srgbClr val="123B50"/>
          </a:solidFill>
          <a:ln w="12700">
            <a:solidFill>
              <a:srgbClr val="123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855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WEEKEND PROTOTYPE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720840" y="1005840"/>
            <a:ext cx="4572000" cy="4389120"/>
          </a:xfrm>
          <a:prstGeom prst="roundRect">
            <a:avLst>
              <a:gd name="adj" fmla="val 2917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3533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6C8B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CONTROL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829800" y="1307592"/>
            <a:ext cx="1005840" cy="246888"/>
          </a:xfrm>
          <a:prstGeom prst="roundRect">
            <a:avLst>
              <a:gd name="adj" fmla="val 44444"/>
            </a:avLst>
          </a:prstGeom>
          <a:solidFill>
            <a:srgbClr val="493719"/>
          </a:solidFill>
          <a:ln w="12700">
            <a:solidFill>
              <a:srgbClr val="4937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9800" y="1316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1B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BLOCKERS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8660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Roof inspection · tomorrow 09:00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86600" y="2331720"/>
            <a:ext cx="3840480" cy="0"/>
          </a:xfrm>
          <a:prstGeom prst="line">
            <a:avLst/>
          </a:prstGeom>
          <a:noFill/>
          <a:ln w="12700">
            <a:solidFill>
              <a:srgbClr val="2449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25877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ACCEPTANCE PENDING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06640" y="285292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Owner: Radu · Respond by 18:00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3310128"/>
            <a:ext cx="3840480" cy="0"/>
          </a:xfrm>
          <a:prstGeom prst="line">
            <a:avLst/>
          </a:prstGeom>
          <a:noFill/>
          <a:ln w="12700">
            <a:solidFill>
              <a:srgbClr val="2449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356616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EXPIRES BEFORE MISSION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3831336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Owner: Coordinator · Update record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4297680"/>
            <a:ext cx="3840480" cy="0"/>
          </a:xfrm>
          <a:prstGeom prst="line">
            <a:avLst/>
          </a:prstGeom>
          <a:noFill/>
          <a:ln w="12700">
            <a:solidFill>
              <a:srgbClr val="2449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4572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C8B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21240" y="45720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1B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READY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8B9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Drone operations break in the handoffs.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flight is visible. The coordination work is scattered.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291840" cy="2057400"/>
          </a:xfrm>
          <a:prstGeom prst="roundRect">
            <a:avLst>
              <a:gd name="adj" fmla="val 6222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95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response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401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coordinator is still waiting for an acceptance or decline.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291840" cy="2057400"/>
          </a:xfrm>
          <a:prstGeom prst="roundRect">
            <a:avLst>
              <a:gd name="adj" fmla="val 6222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395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2834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401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Credentials, maintenance, external decisions, and checks live in different places.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148840"/>
            <a:ext cx="3291840" cy="2057400"/>
          </a:xfrm>
          <a:prstGeom prst="roundRect">
            <a:avLst>
              <a:gd name="adj" fmla="val 6222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395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3401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blocker exists, but nobody knows who must act next.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cost is not only delay.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526694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uncertainty before the team leaves the ground.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8B9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mission workspace.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next action.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Spot turns operational noise into a shared readiness 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87168"/>
            <a:ext cx="685800" cy="246888"/>
          </a:xfrm>
          <a:prstGeom prst="roundRect">
            <a:avLst>
              <a:gd name="adj" fmla="val 44444"/>
            </a:avLst>
          </a:prstGeom>
          <a:solidFill>
            <a:srgbClr val="123B50"/>
          </a:solidFill>
          <a:ln w="12700">
            <a:solidFill>
              <a:srgbClr val="123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96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2999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context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Client, location, schedule, pilot, aircraft, documents.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194560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102F42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487168"/>
            <a:ext cx="685800" cy="246888"/>
          </a:xfrm>
          <a:prstGeom prst="roundRect">
            <a:avLst>
              <a:gd name="adj" fmla="val 44444"/>
            </a:avLst>
          </a:prstGeom>
          <a:solidFill>
            <a:srgbClr val="123B50"/>
          </a:solidFill>
          <a:ln w="12700">
            <a:solidFill>
              <a:srgbClr val="123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496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09160" y="2999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blockers with severity, owner, and corrective action.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2487168"/>
            <a:ext cx="685800" cy="246888"/>
          </a:xfrm>
          <a:prstGeom prst="roundRect">
            <a:avLst>
              <a:gd name="adj" fmla="val 44444"/>
            </a:avLst>
          </a:prstGeom>
          <a:solidFill>
            <a:srgbClr val="123B50"/>
          </a:solidFill>
          <a:ln w="12700">
            <a:solidFill>
              <a:srgbClr val="123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496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58200" y="2999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history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5820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Responses, decisions, evidence, and changes in one trail.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230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550468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Spot helps commercial drone coordinators see what is blocking each mission and who needs to act.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8B9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loop from blocker to readiness.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the coordinator, with a clear view for the pilot.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2130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926080" y="21488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mission, client, location, schedule, pilot, aircraft.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" y="2633472"/>
            <a:ext cx="10058400" cy="0"/>
          </a:xfrm>
          <a:prstGeom prst="line">
            <a:avLst/>
          </a:prstGeom>
          <a:noFill/>
          <a:ln w="12700">
            <a:solidFill>
              <a:srgbClr val="1A3D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08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26080" y="31089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accepts or declines; reassignment preserves history.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3593592"/>
            <a:ext cx="10058400" cy="0"/>
          </a:xfrm>
          <a:prstGeom prst="line">
            <a:avLst/>
          </a:prstGeom>
          <a:noFill/>
          <a:ln w="12700">
            <a:solidFill>
              <a:srgbClr val="1A3D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69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26080" y="4069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credentials, requirements, evidence, and checks.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" y="4553712"/>
            <a:ext cx="10058400" cy="0"/>
          </a:xfrm>
          <a:prstGeom prst="line">
            <a:avLst/>
          </a:prstGeom>
          <a:noFill/>
          <a:ln w="12700">
            <a:solidFill>
              <a:srgbClr val="1A3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0292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926080" y="50292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can only be confirmed when blockers are gone.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8B9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PROTOTYPE DEMONSTRATES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two-minute story the jury can follow.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demo scenario: Roof inspection — tomorrow morning.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14600" cy="2011680"/>
          </a:xfrm>
          <a:prstGeom prst="roundRect">
            <a:avLst>
              <a:gd name="adj" fmla="val 6364"/>
            </a:avLst>
          </a:prstGeom>
          <a:solidFill>
            <a:srgbClr val="211B18"/>
          </a:solidFill>
          <a:ln w="12700">
            <a:solidFill>
              <a:srgbClr val="714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578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B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B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3456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acceptance pending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expires before mission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66160" y="2331720"/>
            <a:ext cx="2514600" cy="2011680"/>
          </a:xfrm>
          <a:prstGeom prst="roundRect">
            <a:avLst>
              <a:gd name="adj" fmla="val 6364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2578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67328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67328" y="3456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Coordinator assigns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accepts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92240" y="2331720"/>
            <a:ext cx="2514600" cy="2011680"/>
          </a:xfrm>
          <a:prstGeom prst="roundRect">
            <a:avLst>
              <a:gd name="adj" fmla="val 6364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2578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E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93408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E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93408" y="3456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record updated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completed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9828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18320" y="2331720"/>
            <a:ext cx="2514600" cy="2011680"/>
          </a:xfrm>
          <a:prstGeom prst="roundRect">
            <a:avLst>
              <a:gd name="adj" fmla="val 6364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19488" y="2578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19488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D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19488" y="3456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readiness confirmed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history preserved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important behavior: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2852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underlying issue is resolved, the blocker disappears automatically.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8B9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SURFACE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around the people who need clarity.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Coordinator and pilot views share the same underlying mission state.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303520" cy="3246120"/>
          </a:xfrm>
          <a:prstGeom prst="roundRect">
            <a:avLst>
              <a:gd name="adj" fmla="val 3944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23160"/>
            <a:ext cx="1143000" cy="246888"/>
          </a:xfrm>
          <a:prstGeom prst="roundRect">
            <a:avLst>
              <a:gd name="adj" fmla="val 44444"/>
            </a:avLst>
          </a:prstGeom>
          <a:solidFill>
            <a:srgbClr val="123B50"/>
          </a:solidFill>
          <a:ln w="12700">
            <a:solidFill>
              <a:srgbClr val="123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323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readiness dashboard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60120" y="3685032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611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Upcoming missions and blockers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4096512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0233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Awaiting acceptance and overdue responses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4507992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434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 expiring before scheduled missions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4919472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846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open the relevant record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103120"/>
            <a:ext cx="5303520" cy="3246120"/>
          </a:xfrm>
          <a:prstGeom prst="roundRect">
            <a:avLst>
              <a:gd name="adj" fmla="val 3944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423160"/>
            <a:ext cx="640080" cy="246888"/>
          </a:xfrm>
          <a:prstGeom prst="roundRect">
            <a:avLst>
              <a:gd name="adj" fmla="val 44444"/>
            </a:avLst>
          </a:prstGeom>
          <a:solidFill>
            <a:srgbClr val="123D38"/>
          </a:solidFill>
          <a:ln w="12700">
            <a:solidFill>
              <a:srgbClr val="123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432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E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9224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assignment view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3685032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611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assigned missions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4096512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0233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or decline with a reason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4507992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434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preflight checks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4919472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846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switching is demo-only, not authentication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8B9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BY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about what is ready—and what is not.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event version is intentionally a prototype, not a regulatory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508760" cy="246888"/>
          </a:xfrm>
          <a:prstGeom prst="roundRect">
            <a:avLst>
              <a:gd name="adj" fmla="val 44444"/>
            </a:avLst>
          </a:prstGeom>
          <a:solidFill>
            <a:srgbClr val="123B50"/>
          </a:solidFill>
          <a:ln w="12700">
            <a:solidFill>
              <a:srgbClr val="12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579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14600" y="2167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persistence uses browser localStorage.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508760" cy="246888"/>
          </a:xfrm>
          <a:prstGeom prst="roundRect">
            <a:avLst>
              <a:gd name="adj" fmla="val 44444"/>
            </a:avLst>
          </a:prstGeom>
          <a:solidFill>
            <a:srgbClr val="493719"/>
          </a:solidFill>
          <a:ln w="12700">
            <a:solidFill>
              <a:srgbClr val="4937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181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1B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FAKE APPROVALS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14600" y="3127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is internal confirmation, not permission to fly.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1508760" cy="246888"/>
          </a:xfrm>
          <a:prstGeom prst="roundRect">
            <a:avLst>
              <a:gd name="adj" fmla="val 44444"/>
            </a:avLst>
          </a:prstGeom>
          <a:solidFill>
            <a:srgbClr val="123B50"/>
          </a:solidFill>
          <a:ln w="12700">
            <a:solidFill>
              <a:srgbClr val="123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782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14600" y="4087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are metadata-only unless explicitly stored; simulated decisions stay labeled.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2103120"/>
            <a:ext cx="4297680" cy="2926080"/>
          </a:xfrm>
          <a:prstGeom prst="roundRect">
            <a:avLst>
              <a:gd name="adj" fmla="val 4375"/>
            </a:avLst>
          </a:prstGeom>
          <a:solidFill>
            <a:srgbClr val="0B1C2B"/>
          </a:solidFill>
          <a:ln w="12700">
            <a:solidFill>
              <a:srgbClr val="2851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milestone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2971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accounts, shared database, private document storage, backups, and export.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2376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not presenting planned capabilities as working features.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8B9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every mission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action.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Spot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coordination and readiness for commercial drone teams.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280160"/>
            <a:ext cx="3520440" cy="3383280"/>
          </a:xfrm>
          <a:prstGeom prst="roundRect">
            <a:avLst>
              <a:gd name="adj" fmla="val 3784"/>
            </a:avLst>
          </a:prstGeom>
          <a:solidFill>
            <a:srgbClr val="0D1B2D"/>
          </a:solidFill>
          <a:ln w="12700">
            <a:solidFill>
              <a:srgbClr val="2449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26680" y="1627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35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 FLOW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26680" y="2267712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2194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demo workspace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26680" y="2706624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6334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blocked mission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26680" y="3145536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30723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the pilot response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26680" y="3584448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35112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the credential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26680" y="4023360"/>
            <a:ext cx="91440" cy="91440"/>
          </a:xfrm>
          <a:prstGeom prst="ellipse">
            <a:avLst/>
          </a:prstGeom>
          <a:solidFill>
            <a:srgbClr val="35D5E4"/>
          </a:solidFill>
          <a:ln w="12700">
            <a:solidFill>
              <a:srgbClr val="35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3950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9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internal readiness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8368" y="5532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C8B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airspot prototype · Startup Weekend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8B9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Air Spot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Spot — Mission readiness for commercial drone teams</dc:title>
  <dc:subject>Startup Weekend jury presentation</dc:subject>
  <dc:creator>Air Spot</dc:creator>
  <cp:lastModifiedBy>Air Spot</cp:lastModifiedBy>
  <cp:revision>1</cp:revision>
  <dcterms:created xsi:type="dcterms:W3CDTF">2026-10-10T14:51:49Z</dcterms:created>
  <dcterms:modified xsi:type="dcterms:W3CDTF">2026-10-10T14:51:49Z</dcterms:modified>
</cp:coreProperties>
</file>